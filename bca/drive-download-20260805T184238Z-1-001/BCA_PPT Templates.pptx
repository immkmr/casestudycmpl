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6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08" r:id="rId2"/>
    <p:sldMasterId id="2147483696" r:id="rId3"/>
    <p:sldMasterId id="2147483720" r:id="rId4"/>
    <p:sldMasterId id="2147483684" r:id="rId5"/>
    <p:sldMasterId id="2147483672" r:id="rId6"/>
    <p:sldMasterId id="2147483660" r:id="rId7"/>
  </p:sldMasterIdLst>
  <p:handoutMasterIdLst>
    <p:handoutMasterId r:id="rId15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4CA3"/>
    <a:srgbClr val="414042"/>
    <a:srgbClr val="8484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99522D-9991-DDE4-B413-2D9F082A4F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551DF0-495F-F819-CD78-C4831F609E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2E5905-ED59-45C8-B075-6DEA693DCC21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6CDD38-815D-3767-7D5F-5589DF0417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2C35F-CD2C-7FD4-4967-25022A9C92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A92022-6881-438C-B586-BD789BFB1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4776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73BB7-EE7C-2396-71A9-26F202F8B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E09D3-A751-993F-2BD1-B8F8A131A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4687A-1294-247C-9D43-8CF92F11E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7686-75D4-49F8-8754-FEB0521132E5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F91DF-506F-6A45-108D-97BA0DC1D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AEE67-8594-B0F7-C53B-50F8A5E9D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1798A-F360-4C5C-B1E7-FFB3785246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751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74A66-AD78-29AA-A345-6A777B3EB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B959F-6997-7D14-B13A-7B2790DC7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DAF7B-7360-6C49-560A-05B3858F0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7686-75D4-49F8-8754-FEB0521132E5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98B6B-3D10-6F85-1D6F-E132037A4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D1C8F-0B34-E3D6-432D-B198FEC80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1798A-F360-4C5C-B1E7-FFB3785246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641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AD532-C9FA-D4A8-A5EB-1A346B39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98709-402D-6994-B4F1-03869374D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12496-7719-01A5-3CF4-0E173D7FD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7686-75D4-49F8-8754-FEB0521132E5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4D215-08E1-C1AE-6166-4746EC29B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00F96-3A83-B1E4-C12B-8EDF41379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1798A-F360-4C5C-B1E7-FFB3785246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315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6E08-B486-ACFE-138B-CA9DD28BC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2A1F3-F279-9685-2973-2AA2FD559D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2B899-A74E-8370-61AE-8A6E22272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D052A-90E7-0C6D-CF22-A89AEA1EC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7686-75D4-49F8-8754-FEB0521132E5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30089-3D2A-804B-56B4-2E37D21E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8C415-3829-D4D5-26F6-29C6AB023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1798A-F360-4C5C-B1E7-FFB3785246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046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34BF2-5BA4-2399-D3D1-55A7A586C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C0BE8-DE08-E049-4C90-52B083897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3DD2B-F161-84E8-6F66-44D6E1E9D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3589C-5A92-44B0-801F-1F73542555AF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48731-8A52-88E1-0A0B-6FECBE7CE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F7C95-901D-051F-184A-D988AF49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D88DF-0E5B-4DDC-8655-8405BC014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468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4AFCD-B671-BCF8-C247-9E9B7EF21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52CCC-8D54-041D-4017-A58812FAE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3F9C6-FE74-6999-C56B-5C8627C32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3589C-5A92-44B0-801F-1F73542555AF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BE756-9BDA-2168-AA31-1FA408FF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5DB7-0D8C-D82C-E68E-EB2D2B305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D88DF-0E5B-4DDC-8655-8405BC014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373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CB52-7DC6-B793-762D-1B31672E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9D72A-CDB1-BC26-7CE1-9795F667D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CE1E5-2656-7096-4EF5-2AD84F150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3589C-5A92-44B0-801F-1F73542555AF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D13BC-33D9-5827-1C6F-C07EAAA0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AA89F-D109-B84E-04E2-0031136AA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D88DF-0E5B-4DDC-8655-8405BC014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325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0FBAF-232A-FF72-B4BD-7D1C7020C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309F6-3D56-BDAA-4B18-2DC6BB65A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37BE9-A6CB-0B78-03F7-BB3D34F8B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C4CA1-7936-ABDE-C93D-A8E7FB5B1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3589C-5A92-44B0-801F-1F73542555AF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670FB-90B0-C0CE-1138-20C6D524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7A0834-62C3-D555-72C5-970AF350D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D88DF-0E5B-4DDC-8655-8405BC014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274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0BCFC-92D8-0915-BD84-BD05200E5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6F4F6-9319-C25F-63E8-4001148C5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20A72-9EEE-F8B9-552B-7BE2090D1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F73618-612B-67E8-CED6-988A1ACFD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E5E495-86A4-8460-A90C-AF4B546E27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35546A-7ADF-4FE8-A6E3-64507C19D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3589C-5A92-44B0-801F-1F73542555AF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15E1B3-47E2-42D0-2087-4E8881B57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A8630A-3675-22E0-9FB5-66579E725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D88DF-0E5B-4DDC-8655-8405BC014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695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97037-15DC-81B6-C5CD-04E2A33D6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27745E-D95A-66FE-5606-5ACFE6962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3589C-5A92-44B0-801F-1F73542555AF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8E1DC-595F-4651-1A43-601877C15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F07B2-2CC9-C860-EDBE-9618BA716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D88DF-0E5B-4DDC-8655-8405BC014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97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F6436F-89E7-2949-A652-49F8DDC6E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3589C-5A92-44B0-801F-1F73542555AF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C7CD45-5586-5452-03A6-018C9D044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87A49-5197-2F3F-C806-076829255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D88DF-0E5B-4DDC-8655-8405BC014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2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51F1-5337-D477-7F50-9A429691D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63080-088B-8029-4F52-2CFBFFA8D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5AF9B-A5C5-8C15-1EEF-BD57201E6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ABEFC-5A60-E5EE-F349-6C68DD32D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3589C-5A92-44B0-801F-1F73542555AF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46A8C-B3EB-822B-0CAF-CEB5DBE31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12CD0-9696-DF42-F0AC-B3900D654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D88DF-0E5B-4DDC-8655-8405BC014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092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E2A1F-55F9-02E1-A730-FA4E8AB79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C6876-B6F9-0B53-AF15-62AC552108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67A5A-A796-6798-BC8D-24B61678B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AF04E9-CFC9-4DDF-9362-FC3225EDB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3589C-5A92-44B0-801F-1F73542555AF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6FA8D-FAD8-6A84-DE76-332AD228B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269-72DA-79D9-D9EA-17760B0D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D88DF-0E5B-4DDC-8655-8405BC014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02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D9FA4-D5B7-960D-9D2C-85EBAA3AF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8465C7-26B7-B7A8-2FFA-4B741A698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A6149-F4DE-82B6-9964-A8F9DAFDA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3589C-5A92-44B0-801F-1F73542555AF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E6E69-591B-B417-46FF-2D58A45E7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E78D4-8F3C-D397-67AE-4F1E18D54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D88DF-0E5B-4DDC-8655-8405BC014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2492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E32950-9156-855B-74E1-40BA1FB623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88935-000C-1A21-AF31-262BA8441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386BD-271B-4BAB-6E5B-1399A91CD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3589C-5A92-44B0-801F-1F73542555AF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2DF58-413A-C041-F446-0BC893BF5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73762-695D-8600-5392-A58F01544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D88DF-0E5B-4DDC-8655-8405BC014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020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B1B0F-CE60-7BE9-80BA-4925214154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7479A-1B60-7563-572D-80E8872CC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A6205-3D26-AC53-F80E-6C4C3F7F1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B73AC-1D27-4993-B216-85232FBDF715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48803-FC70-F66E-C449-ED3A11870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D8DF5-3AFF-B9F6-D3ED-5366CDD7E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5C4B-0F04-4A2F-B57F-857E86028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073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A667A-76AA-A726-7D91-43940E9AB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BA525-DF53-990F-9EAA-CF4E1F1F6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9AA2D-4DD7-7A02-685B-E819048C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B73AC-1D27-4993-B216-85232FBDF715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993E2-2B5D-C3F3-904B-4A2007053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F06B7-239F-27B6-3083-C47483F0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5C4B-0F04-4A2F-B57F-857E86028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8680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C212-F646-301E-F0EA-180B3886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B46BA-3D51-E307-30D7-8C40D0745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689C1-5120-9A87-9B26-CEE981CB8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B73AC-1D27-4993-B216-85232FBDF715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BC53A-7051-0840-4D60-1FA4CB8DA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82EB1-9B48-E42C-BDD6-3F6BB1617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5C4B-0F04-4A2F-B57F-857E86028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650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E6112-69AC-003A-1578-97BE2CB01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C3EE7-D60C-364E-F9A6-748D429719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B27A7-C878-FFFC-16D9-1D80CE5D4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9398A-E740-4FF0-964A-52E7621F6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B73AC-1D27-4993-B216-85232FBDF715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59C9D6-5817-F224-A327-D4A070FAE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F2D4F-7E06-2E4E-A59F-EC483CEC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5C4B-0F04-4A2F-B57F-857E86028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3657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39EBE-9EC1-B34E-1FAB-ACFEF8AE1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479EF-7C15-0971-0A19-8B21CABBD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3443E-22C2-22C2-F6EC-F5C0E5300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BFDE5A-3DED-3039-CCC4-9E03FBF446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3F276-26EB-EE05-5343-1368080D67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0EE7D0-968E-5C65-0C3F-810E08B45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B73AC-1D27-4993-B216-85232FBDF715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E794EB-FB7E-FE73-1B8D-FBA18B7E8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A8BFA4-CBFC-4867-AF6D-D9BC584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5C4B-0F04-4A2F-B57F-857E86028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974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2A93E-FAF3-255D-7699-41171AAB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B78341-0300-0ADD-F495-7E27C8510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B73AC-1D27-4993-B216-85232FBDF715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840508-D815-9DA8-8E0B-6B62F26A7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281EF9-E179-2468-4EB3-08C1F2462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5C4B-0F04-4A2F-B57F-857E86028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8601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DCE331-8241-F0BA-44A5-5923EF112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B73AC-1D27-4993-B216-85232FBDF715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2FFE6-D2D1-C54B-3675-367547CE5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0E5B9-DB32-9B9A-F06B-C8BA141F5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5C4B-0F04-4A2F-B57F-857E86028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9570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92C51-6996-B434-2BCD-C8BC43386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779C6-0920-8C9E-26ED-97E11C646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D5C82-8921-5E44-D0AF-88AFFF770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974D4-1FD2-D23F-A404-800D73BB1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B73AC-1D27-4993-B216-85232FBDF715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9B017-453D-541F-81D1-757676E2E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40CA5-8077-4732-FDEC-C4AACF18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5C4B-0F04-4A2F-B57F-857E86028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4282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AC9DF-E051-150C-A5A4-53FC39ED6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AAF2C-31F4-BF31-0428-83ED712B7A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9686F-4C89-9304-6340-BD8EBBDE5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2D591-7EB7-F17A-0F96-86064CAC9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B73AC-1D27-4993-B216-85232FBDF715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D8B25-CFF9-5304-24DB-31C8B79DF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F0963-C567-5A5F-CBCD-BEB182C0D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5C4B-0F04-4A2F-B57F-857E86028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5587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5720C-A138-D305-676D-C44700805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42E97-9125-15DC-5B3D-22F0BCB10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16DD2-0957-148D-684A-56067CE31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B73AC-1D27-4993-B216-85232FBDF715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BF55D-0FCB-ED5C-3BE5-15723164D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FFDD1-A454-3EF0-AAAE-0CDC5EDE3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5C4B-0F04-4A2F-B57F-857E86028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7388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D732A3-76D4-6C98-8CBE-6A592A8CAA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24149-9C76-E7C1-69E5-345B737C6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97E4F-53C5-E285-BE68-44B16E2B6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B73AC-1D27-4993-B216-85232FBDF715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761E6-3D64-1B7B-18A3-AB7A72AB9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262B2-7C78-B68A-A9CB-AB2A1185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5C4B-0F04-4A2F-B57F-857E86028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72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D884C-D928-6065-085E-99366D5EA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D8A445-16A8-DF47-1A89-051B8C487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450E3-C28D-A050-A12C-1A1735E45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6132-CF89-4A7D-A263-1C0B5CB8F1B9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A908E-0929-38CE-35D0-D5DA38F21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5E468-F81A-DDBE-C5A8-3AAD18469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C15C-144E-431B-A217-386ECBC4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3261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5B153-6E83-9C7C-46D1-1B909CDF4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3712C-5378-D5BD-A9B8-C302CEE00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CE852-5AFD-2DFC-511A-A71A97889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6132-CF89-4A7D-A263-1C0B5CB8F1B9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48203-38AE-C16B-65DF-EF6FE666D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DBF6C-EC50-0DD3-BFA5-A11F75847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C15C-144E-431B-A217-386ECBC4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1876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27756-B44A-F074-950F-1D90033B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239C3-A3F8-D674-1C9E-1F2CF21DC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36916-A9B2-B775-A664-6F3ACECC9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6132-CF89-4A7D-A263-1C0B5CB8F1B9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2C183-9E65-A159-A96B-37ABDA6F4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14F58-758F-F4F3-9B15-D8A25DBF5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C15C-144E-431B-A217-386ECBC4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8543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6475-AFD0-86AC-9355-57692DC7B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B28D7-0DB5-1A03-D294-9561FD799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4390F-25C2-4C73-56D3-F40488E86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B278B-ADDA-0F95-3F91-94D5F7A63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6132-CF89-4A7D-A263-1C0B5CB8F1B9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B759F-D670-25D8-5D77-7F69E5709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890CE-1F46-B14A-B565-8BCB6313F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C15C-144E-431B-A217-386ECBC4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2595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0D484-29D7-55CE-D949-A2C2B51E5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85832-F37C-0D4E-3F94-E0550CEA7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79794-3AB9-C851-0E0B-4A794BA5D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1A6038-4A90-3783-1343-46504FCC92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D773AB-89C1-DBE7-AD68-6CE5C34E00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31C587-76D2-4A7C-2A5E-573BC9EA8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6132-CF89-4A7D-A263-1C0B5CB8F1B9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3420B-B054-07F2-CD22-87620A63C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801CA-F3A7-A01A-D77C-440D9EA4C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C15C-144E-431B-A217-386ECBC4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5519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A7E0B-9F55-EBE2-7A2C-6B42CBE4C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0F3CC-9271-6A79-93CE-8B64DF4A1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6132-CF89-4A7D-A263-1C0B5CB8F1B9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D23F9A-2833-F63D-FB40-02A58FA95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F41802-85F4-A5A7-028A-DDA5384BC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C15C-144E-431B-A217-386ECBC4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2652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7091B6-4E4C-F759-4223-3B5366CDA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6132-CF89-4A7D-A263-1C0B5CB8F1B9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6480B8-7888-9F9E-4229-1F0DCD955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5DEB4-285C-09F2-2FE1-E3A6EEAE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C15C-144E-431B-A217-386ECBC4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9358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8DE26-E58D-0FCC-0C57-AE7CA4292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E39BF-8F17-0BEA-C49E-1A7471B9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6A0E89-D697-BA83-E67B-D2636270C7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3A939-FF55-FA8C-2054-F398B4AF2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6132-CF89-4A7D-A263-1C0B5CB8F1B9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FD411-2CC6-5A8A-E4D5-6A83CFF2C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1BC4D-235D-013B-4AC0-50821282A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C15C-144E-431B-A217-386ECBC4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448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EA71E-7E0B-2F60-AED1-55DBE7EDD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0F3F92-47E7-2F23-28E0-71077EE38D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24AA35-D5AF-0979-F46B-2D2B6E12A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EE317-F114-F9F3-DA04-0877E20DD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6132-CF89-4A7D-A263-1C0B5CB8F1B9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893D0-5786-5373-ECCA-486890A0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1EF4D-A5F6-EDC4-0780-87B4DF58C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C15C-144E-431B-A217-386ECBC4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2717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EC00A-E02F-1CD7-64F6-402CB294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DFF918-3EE3-F173-453A-96F9D4103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BD027-EE81-F485-DF5D-163E0965F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6132-CF89-4A7D-A263-1C0B5CB8F1B9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2C4EB-A114-3E17-9AA4-E0C48CD51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B61F5-DDA2-17D0-5CA0-F8787BD43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C15C-144E-431B-A217-386ECBC4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0951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1CC173-F223-B628-1C3A-4388E99E58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FA746C-774A-9E31-C34D-7393F3327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DF4B5-9E4C-DF82-41FD-983137F7E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6132-CF89-4A7D-A263-1C0B5CB8F1B9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9AD59-FF8F-B9C8-25FC-F9C5C8C6D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22AB7-000B-B1DC-7A2E-9FC189D88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C15C-144E-431B-A217-386ECBC4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7668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C071-2172-3D9D-BA84-FADA4A581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94EB88-58D8-F097-661C-8206C8007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B9620-7B38-9264-C243-F5B5C03E1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B274F-DFC4-409D-BA5F-A3BBB6FE5798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D7194-12FA-53C7-6D20-7474E95D9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F9A12-5AB6-B33C-FB58-7B5A41CF0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5F1D-84D1-4FBD-B5D7-3A900D134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852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ED1B6-E0F5-AA5F-80D1-62F272773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63A6B-47A2-1320-48DD-3C90E7AE1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602EF-D49E-7E59-3633-060CA66F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B274F-DFC4-409D-BA5F-A3BBB6FE5798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6B969-FC0E-1D14-4FAB-66972A4F1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A03E4-5886-CC8B-230B-6FAF438E9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5F1D-84D1-4FBD-B5D7-3A900D134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1517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E9348-300B-BD2D-E7B9-897C13AF2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D4904-E645-7FF5-2A73-1C4025610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91FDF-46BD-C3C5-78AB-4DBC028AB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B274F-DFC4-409D-BA5F-A3BBB6FE5798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62427-B20C-E493-D452-DD6487385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CA564-18ED-5648-6EB9-CB5DE771B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5F1D-84D1-4FBD-B5D7-3A900D134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0470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3EBC-31BD-0966-B867-742419743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B0C85-0E42-4F61-E1EE-3A1D98ECA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6404D-8D47-F787-F1D6-E864A8AF5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9374F-F61A-E09F-E7CB-AA10906FF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B274F-DFC4-409D-BA5F-A3BBB6FE5798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C7D37-2811-CA28-25F5-2D50FE542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B4E99-C6D6-F02B-14B8-F70291A9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5F1D-84D1-4FBD-B5D7-3A900D134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0588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4DBEC-AC5A-0722-A540-D038E1CF8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0F713-44DC-9E19-18F6-93A412EB7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255B8-CCDC-670C-B59F-82ED0E89C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3E584E-C74F-9F0C-CF9B-0D7577518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CEB1F6-2CA2-7323-8ABA-98FDF3C7BF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C85937-147D-9DC8-9B0F-D9892BB28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B274F-DFC4-409D-BA5F-A3BBB6FE5798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D5F175-3EF6-1276-CD03-11BA57381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2CD3C7-8AA6-F508-E68D-5EA833BC0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5F1D-84D1-4FBD-B5D7-3A900D134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1649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C4564-CFB7-956F-1986-B85DCD626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2ACDF8-82FB-8EA2-687A-09EB56B8D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B274F-DFC4-409D-BA5F-A3BBB6FE5798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934EEE-BD4F-56FF-977B-374A798A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0D2712-9860-114A-804E-527112D9E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5F1D-84D1-4FBD-B5D7-3A900D134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7376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6E83BE-8CED-FD97-11A2-3DF1F5522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B274F-DFC4-409D-BA5F-A3BBB6FE5798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938EE-E58D-38BB-5E03-86DA201C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84EE4-5B1B-B7C9-A9E8-525EF58CF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5F1D-84D1-4FBD-B5D7-3A900D134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9373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84425-922E-E9BA-C572-055E457D2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41F4F-6237-DB56-975D-E9C85B8F1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F2BF85-52D0-482F-79BB-BE101361A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10FDB-3B09-48A6-70CB-656F76C6B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B274F-DFC4-409D-BA5F-A3BBB6FE5798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672DB-7F06-D071-9B76-969D99E80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13D1F-D01C-94C5-E5B9-33E037439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5F1D-84D1-4FBD-B5D7-3A900D134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0626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65369-8BD0-340F-B4FB-115AB8140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6AE0AD-61F5-1861-7981-EFABED3DC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2D469-0BF7-C161-4524-DC44D24D3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D2D2E-5115-53CE-B515-F545653FB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B274F-DFC4-409D-BA5F-A3BBB6FE5798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B1047-726D-DAB3-1BA3-E9460831A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B9B10-B80C-7CDB-31D4-75ACE94A4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5F1D-84D1-4FBD-B5D7-3A900D134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5117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BFCD-ECD9-D272-5804-81E1836E9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DC1704-87DC-9DF0-53D8-07672BDC04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7DE69-FE58-3E56-4E51-40AF1A0BC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B274F-DFC4-409D-BA5F-A3BBB6FE5798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BE380-42FE-FE36-A609-01876DAB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6E624-2303-DD4C-22D3-A9934FC95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5F1D-84D1-4FBD-B5D7-3A900D134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3611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FF55C9-A415-5DFF-E897-E64588AD0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E19F66-4F95-AD61-FD26-610D2333C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0538A-7BED-AF47-304B-6931A08AB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B274F-DFC4-409D-BA5F-A3BBB6FE5798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4C934-D115-C8F0-E822-FAC178879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41228-F905-DE9E-8D46-DF9EEB193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5F1D-84D1-4FBD-B5D7-3A900D134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46650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35161-148D-7B67-EFFC-819714D2D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0F723E-AF9F-1152-4534-EE52E4436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4DFD9-B862-069F-D7F4-160123E6C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7A59-2AF4-46E9-BD1F-5AF8F71F95A3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B967D-EB4D-28A7-8CC4-EDC2577FF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506A8-6829-6EFB-5064-72D99E0B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0F81-C286-4CFF-BD43-B859EF5BA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7614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E4479-B2D7-8DF3-2B06-6518E87AF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9B575-0FC6-2E7B-6003-291169A88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8C206-7024-1508-D823-8048AA031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7A59-2AF4-46E9-BD1F-5AF8F71F95A3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7AD3A-891E-2E12-900A-FABA7DF24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11F05-D5DE-DFF9-D7C7-99129562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0F81-C286-4CFF-BD43-B859EF5BA78D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CD0CE1-FFF1-1394-F5AC-032A0FBD54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68578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9DF9D-7C4C-93CD-0614-E3591033C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1B790-9C0A-3318-B8C6-7767E9048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91310-69FE-03BF-955A-87F69ABE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7A59-2AF4-46E9-BD1F-5AF8F71F95A3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118FF-3D5A-E101-A9C8-71D75BEA2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45458-493B-E41D-A3EE-E3FC3BBC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0F81-C286-4CFF-BD43-B859EF5BA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34311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E72A-CA5A-161A-3FD5-9C4A7ADC1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45D0E-20B5-722C-D4E0-128C49E8CA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90336C-B811-7AAF-8BE7-849425BD9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34C7D-C5DB-29A0-D677-230F4F00E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7A59-2AF4-46E9-BD1F-5AF8F71F95A3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87AA2-F029-BB26-9925-639B413CB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4DC4C-6E57-8BBC-C060-0D0603D54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0F81-C286-4CFF-BD43-B859EF5BA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1192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FC680-64C6-8A0D-5375-E079B068C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F87B3-7FA2-3836-61C2-2889F89AE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FBF8F-733E-71B0-92C8-D3EBC1D27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3438EA-E9A4-DBF2-2FE2-78FDAC19C1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319CEB-6181-7774-E515-23F9B5D07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A26D2-5203-7FCE-C97C-C8FC3D461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7A59-2AF4-46E9-BD1F-5AF8F71F95A3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DD45D6-C2D7-1803-CE46-D2335135A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01729C-91FF-BCE4-6F4D-A560C967C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0F81-C286-4CFF-BD43-B859EF5BA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39030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B7C27-946E-DFBB-AE5D-A72CCD984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CDB0A1-2F63-7AFD-C094-87EAF8885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7A59-2AF4-46E9-BD1F-5AF8F71F95A3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261D99-5A23-8FBA-FCC6-A9521B22E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E81BF4-8C4E-FEA9-6073-6564C244C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0F81-C286-4CFF-BD43-B859EF5BA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65812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12C10E-FCB5-B768-ABB6-104022B29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7A59-2AF4-46E9-BD1F-5AF8F71F95A3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8A4862-8B9F-97B5-7621-C70596C57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27BBF-E662-4103-E942-779901422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0F81-C286-4CFF-BD43-B859EF5BA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8237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3859A-15A4-9790-64D3-D09AAEBF5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0467A-DECB-AA79-CD35-AEBCA4B0B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D3E5C-A8F0-8E93-F2A3-05CD852A38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78C96-0E91-6E3B-ECA8-10ABF39A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7A59-2AF4-46E9-BD1F-5AF8F71F95A3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D5350-C99F-C8BB-AF84-D4B489E0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6BB95-5FDA-E43D-0FCD-C2346D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0F81-C286-4CFF-BD43-B859EF5BA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669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280C1-A8F1-442F-E436-68912739F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B9AC7D-F069-D580-3BB4-95CAEB27A1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D0E647-BF4B-C929-2FD8-2062C03CE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4F2A2-4DEF-F383-060F-94CA68BC3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7A59-2AF4-46E9-BD1F-5AF8F71F95A3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097BE-81C5-6451-0587-7E972C7E1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9E33D-A79B-F029-3F83-7BFCB15D7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0F81-C286-4CFF-BD43-B859EF5BA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99034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7198E-7455-F68D-A4BB-D386838E6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248843-4EE8-7F49-A2E5-3AF67977F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F6D82-9EC2-2E76-3358-95EC4501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7A59-2AF4-46E9-BD1F-5AF8F71F95A3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FA8E0-7C6C-48C7-E1F5-04D597E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E40E1-DDF1-0604-31F2-8416A6337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0F81-C286-4CFF-BD43-B859EF5BA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5060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6A50CE-EA37-BECE-15BF-1D74E98C65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58FF78-D774-786A-843B-D8F571327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85C3E-0F8B-6E68-C5C5-6B04F53DE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7A59-2AF4-46E9-BD1F-5AF8F71F95A3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E9D6B-EABB-4D55-EAEB-6916EF3DB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D10F0-FE31-E64C-E311-93C778A11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0F81-C286-4CFF-BD43-B859EF5BA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90421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5CEA5-3352-3EEB-89B0-398978D00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97739-74D9-9A71-1B78-7D27D675D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BBFCA-6A12-3D78-3E57-0138B0C76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A3BC2-0B6B-4058-A0DE-6365519094C0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A8EAD-3F2E-E05D-9BCD-3DAD67CEE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0C7A2-562D-1597-BBAA-C09060C5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E6774-4101-4631-89AB-463DAF6E80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6350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9B067-3F90-EAF6-43DF-A48D71C67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644FE-BD01-E9AA-1110-A5B9A5293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7F1B4-F930-8A26-C159-1589F93F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A3BC2-0B6B-4058-A0DE-6365519094C0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FECF3-5F9C-CFD1-F9B8-3098FB6BE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93AC2-5FC2-8773-A547-C3C0A9016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E6774-4101-4631-89AB-463DAF6E80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33463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01E9-6EC2-F6D9-E612-1B3FE5986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1F94E-004E-F5C5-1628-BF247C679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93C15-1129-D9FD-AB4D-6B47A4337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A3BC2-0B6B-4058-A0DE-6365519094C0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D09A8-FA5F-5F3B-A6F5-867CAA580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864D7-A5A8-9490-6B08-77F5B91C8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E6774-4101-4631-89AB-463DAF6E80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01404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40286-C17B-4131-96A3-C1D5F5B6B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116A4-CF9A-B4A1-8F60-51606C64B0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19888C-3810-8F0C-FE0B-7A8ADB801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8B8F77-697D-2A8A-920D-386F8319B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A3BC2-0B6B-4058-A0DE-6365519094C0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79B77-1395-ABA7-2CB3-616EC868B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7BBD2-6CA7-ED6D-95FD-38AA6ECEB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E6774-4101-4631-89AB-463DAF6E80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3095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C98D7-C287-60C1-FD8F-D92EFEB23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299EC-530F-0FC5-7B6C-78DD6109D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C0E6DA-643F-1E7D-CA2A-8C0AEBACC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04E53D-E32F-07D6-E91D-7165EA1A69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1B6F8F-A9B6-CF58-B21D-741DF7AF6B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5F953A-FEF5-29DB-6451-7E7382C3D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A3BC2-0B6B-4058-A0DE-6365519094C0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42BF50-3F1D-8373-CACE-547855C19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553C2-7BE0-4268-98B1-7943E3C0C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E6774-4101-4631-89AB-463DAF6E80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80893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603CC-8E97-06F4-5C76-1D316F3C7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8FE291-05B8-7A39-3B3F-D75117016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A3BC2-0B6B-4058-A0DE-6365519094C0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1A31D4-DE8A-6917-D04B-564FA4ADF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138F6-90D9-7922-E994-7A71A9598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E6774-4101-4631-89AB-463DAF6E80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91723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34BB2D-8253-354E-4FFE-8CD9B6878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A3BC2-0B6B-4058-A0DE-6365519094C0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545049-BA41-B9D8-53E1-44F8AEA52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6B883-1006-57F2-2CB5-75F1F43F2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E6774-4101-4631-89AB-463DAF6E80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6398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4AADF-6FAA-6287-4318-15D4FE052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264EA-0536-46D2-F62F-A4D0C4EEA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A6440-B5D3-6AE8-F3E8-B8FF711E0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12583-8E07-CFB9-8397-5B9A23CBA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A3BC2-0B6B-4058-A0DE-6365519094C0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D54D2-B820-7FC6-8CBE-74E02EB22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B3809-38A7-9216-C635-53CEA1BE0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E6774-4101-4631-89AB-463DAF6E80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3669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9C686-CB84-E779-0B22-A198A1FAA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AB000E-62C0-0DE8-96BC-36ED94AF8B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DBDC9A-39CE-659D-8E83-969FBB908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F62DA-1408-77F7-353E-8CCC363D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A3BC2-0B6B-4058-A0DE-6365519094C0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9E622-5604-492F-0CA3-44F8604C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1592F-F305-825B-A57C-F20C63911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E6774-4101-4631-89AB-463DAF6E80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19138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72E8B-8EBF-2FDD-3DE9-ACC5F7B4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F94768-60CD-46FB-0520-F1765153E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9431B-8135-DB0A-8009-C7DE751F6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A3BC2-0B6B-4058-A0DE-6365519094C0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FC0A1-477A-1F2B-1685-358EC740D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D1584-46B7-C474-231A-EA0570771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E6774-4101-4631-89AB-463DAF6E80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345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DA35FE-F094-A658-1D6E-736B4A2ABF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A734FB-B56A-50D7-17D1-83FD72B5A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B9DF0-53FB-0C66-2746-09E5D8339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A3BC2-0B6B-4058-A0DE-6365519094C0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02027-D5CF-B474-627C-786A0CCC8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17734-E1F6-CAB1-E981-491EDC49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E6774-4101-4631-89AB-463DAF6E80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83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4.jp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5.jp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2C4F99-1917-3012-CA45-ABB85F6E8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FAED3-C665-A411-053D-BFC3295CB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ABB40-DAD8-439D-8004-A249402B0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97686-75D4-49F8-8754-FEB0521132E5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4A4E5-846A-84CD-3FE9-EC9630FE6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96ADA-097E-DE10-A966-7138671E5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1798A-F360-4C5C-B1E7-FFB3785246D3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E92A243-88D1-3FB7-9E35-A1C20EEC2C3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573000" cy="722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728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4DC6EF2-E976-E293-A571-6070D52B4C2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143B55-E14F-9CAF-3618-7E40567ED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194DB-504A-3141-F784-5ECCE79B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2878A-78E6-AD45-1606-0AB7A943B4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3589C-5A92-44B0-801F-1F73542555AF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94592-B60D-9298-CEFB-344EAB89D3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63590-6B3A-A5A1-120A-3E7A45C83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D88DF-0E5B-4DDC-8655-8405BC014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381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928ED7-DA22-0883-DA67-89AAF005B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234DA-D151-BA7C-4C84-705684ADB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E4871-9B0F-995C-57EF-2617B5B1E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B73AC-1D27-4993-B216-85232FBDF715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91C68-2097-B7B2-20B6-3AB33E411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52787-334C-4559-31C9-41624C667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E5C4B-0F04-4A2F-B57F-857E86028216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DD9BAC-EE0B-1248-9B88-C767396D8F8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92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D450EB-CE8E-3761-46C6-0BADB07A2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578D6-B5CE-6C13-B726-9BFA85AC8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62EA5-1181-55AC-778D-504D597EF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46132-CF89-4A7D-A263-1C0B5CB8F1B9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534A1-3537-A40B-587C-B08091F36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6A0B6-6122-1C57-1DFE-6E5AEA8F57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FC15C-144E-431B-A217-386ECBC4155C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AAEBA2-ED63-BD02-1E95-5881956A386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535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C0E24-4E94-9FD9-C040-C3F69CE12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E3695-A471-2B4F-9603-1BB4D9270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3B263-31E7-F0A5-4406-EC96C94333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B274F-DFC4-409D-BA5F-A3BBB6FE5798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39B74-3D26-84D5-530E-A50523439E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30351-F18A-CC05-A64D-2DD5A4EB3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B5F1D-84D1-4FBD-B5D7-3A900D134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86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7D106-691B-5C28-ACD8-13C08CAB2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3A493-2F82-4BA4-2930-46A9020F7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17AD4-D7BA-0B91-77F9-AB8D57FF1A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A47A59-2AF4-46E9-BD1F-5AF8F71F95A3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10703-DC92-A8C5-A446-AFC7E93101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3B1D7-5E2B-A8BC-8DFE-E5DA0BE10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10F81-C286-4CFF-BD43-B859EF5BA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513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A4AD03-276F-579F-2077-6CACF9DFF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607D8-14C9-29CB-93E1-7197E1080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F9192-2DA0-6447-70A4-D421850F5B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A3BC2-0B6B-4058-A0DE-6365519094C0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42B8D-F52E-F49F-6110-8C9A03FA0F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24401-3182-A279-CA3C-E581F3237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E6774-4101-4631-89AB-463DAF6E80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154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BAC4A382-2DB3-B469-9B96-A753A178E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006" y="653143"/>
            <a:ext cx="3869260" cy="309034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FD53E4A-0ED7-B591-8EC6-1B3CB86324DB}"/>
              </a:ext>
            </a:extLst>
          </p:cNvPr>
          <p:cNvSpPr txBox="1">
            <a:spLocks/>
          </p:cNvSpPr>
          <p:nvPr/>
        </p:nvSpPr>
        <p:spPr>
          <a:xfrm>
            <a:off x="1584321" y="3426542"/>
            <a:ext cx="6325889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000" dirty="0">
                <a:solidFill>
                  <a:srgbClr val="0C4CA3"/>
                </a:solidFill>
                <a:latin typeface="Zona Pro Bold" panose="02010803040002020004" pitchFamily="50" charset="0"/>
              </a:rPr>
              <a:t>Presentation</a:t>
            </a:r>
            <a:br>
              <a:rPr lang="en-IN" sz="3000" dirty="0">
                <a:solidFill>
                  <a:srgbClr val="0C4CA3"/>
                </a:solidFill>
                <a:latin typeface="Zona Pro Bold" panose="02010803040002020004" pitchFamily="50" charset="0"/>
              </a:rPr>
            </a:br>
            <a:r>
              <a:rPr lang="en-IN" sz="3000" dirty="0">
                <a:solidFill>
                  <a:srgbClr val="0C4CA3"/>
                </a:solidFill>
                <a:latin typeface="Zona Pro Bold" panose="02010803040002020004" pitchFamily="50" charset="0"/>
              </a:rPr>
              <a:t>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C2BD019-76DC-56FB-233B-BDE0D2AD4AFB}"/>
              </a:ext>
            </a:extLst>
          </p:cNvPr>
          <p:cNvSpPr txBox="1">
            <a:spLocks/>
          </p:cNvSpPr>
          <p:nvPr/>
        </p:nvSpPr>
        <p:spPr>
          <a:xfrm>
            <a:off x="1612309" y="4754563"/>
            <a:ext cx="1908131" cy="44064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1800" dirty="0">
                <a:solidFill>
                  <a:srgbClr val="0C4CA3"/>
                </a:solidFill>
                <a:latin typeface="Zona Pro Regular" panose="02010A03040002020004" pitchFamily="50" charset="0"/>
              </a:rPr>
              <a:t>1st Jan 2025</a:t>
            </a:r>
          </a:p>
        </p:txBody>
      </p:sp>
    </p:spTree>
    <p:extLst>
      <p:ext uri="{BB962C8B-B14F-4D97-AF65-F5344CB8AC3E}">
        <p14:creationId xmlns:p14="http://schemas.microsoft.com/office/powerpoint/2010/main" val="2336546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9EE087B-4633-8BBC-D83A-54630458F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005" y="1154669"/>
            <a:ext cx="9023430" cy="824976"/>
          </a:xfrm>
        </p:spPr>
        <p:txBody>
          <a:bodyPr>
            <a:normAutofit/>
          </a:bodyPr>
          <a:lstStyle/>
          <a:p>
            <a:pPr marL="0" indent="0">
              <a:lnSpc>
                <a:spcPts val="2500"/>
              </a:lnSpc>
              <a:buNone/>
            </a:pPr>
            <a:r>
              <a:rPr lang="en-IN" sz="26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Lorem ipsum </a:t>
            </a:r>
            <a:r>
              <a:rPr lang="en-IN" sz="26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dolor</a:t>
            </a:r>
            <a:r>
              <a:rPr lang="en-IN" sz="26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sit </a:t>
            </a:r>
            <a:r>
              <a:rPr lang="en-IN" sz="26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amet</a:t>
            </a:r>
            <a:r>
              <a:rPr lang="en-IN" sz="26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, </a:t>
            </a:r>
            <a:r>
              <a:rPr lang="en-IN" sz="26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consectetuer</a:t>
            </a:r>
            <a:r>
              <a:rPr lang="en-IN" sz="26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en-IN" sz="26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adipiscing</a:t>
            </a:r>
            <a:r>
              <a:rPr lang="en-IN" sz="26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en-IN" sz="26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elit</a:t>
            </a:r>
            <a:r>
              <a:rPr lang="en-IN" sz="26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, </a:t>
            </a:r>
            <a:r>
              <a:rPr lang="en-IN" sz="26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sed</a:t>
            </a:r>
            <a:r>
              <a:rPr lang="en-IN" sz="26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en-IN" sz="26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diam</a:t>
            </a:r>
            <a:r>
              <a:rPr lang="en-IN" sz="26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en-IN" sz="26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nonummy</a:t>
            </a:r>
            <a:r>
              <a:rPr lang="en-IN" sz="26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en-IN" sz="26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nibh</a:t>
            </a:r>
            <a:r>
              <a:rPr lang="en-IN" sz="26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en-IN" sz="26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euismod</a:t>
            </a:r>
            <a:r>
              <a:rPr lang="en-IN" sz="26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, Lorem ipsum </a:t>
            </a:r>
            <a:r>
              <a:rPr lang="en-IN" sz="26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dolor</a:t>
            </a:r>
            <a:r>
              <a:rPr lang="en-IN" sz="26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sit </a:t>
            </a:r>
            <a:r>
              <a:rPr lang="en-IN" sz="26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amet</a:t>
            </a:r>
            <a:r>
              <a:rPr lang="en-IN" sz="26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B6F2DF1-6810-4103-BCC0-DD3BB33C4733}"/>
              </a:ext>
            </a:extLst>
          </p:cNvPr>
          <p:cNvSpPr txBox="1">
            <a:spLocks/>
          </p:cNvSpPr>
          <p:nvPr/>
        </p:nvSpPr>
        <p:spPr>
          <a:xfrm>
            <a:off x="653005" y="1959981"/>
            <a:ext cx="8196027" cy="126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Font typeface="Arial" panose="020B0604020202020204" pitchFamily="34" charset="0"/>
              <a:buNone/>
            </a:pPr>
            <a:r>
              <a:rPr lang="en-IN" sz="1400" dirty="0">
                <a:solidFill>
                  <a:srgbClr val="414042"/>
                </a:solidFill>
                <a:latin typeface="+mj-lt"/>
              </a:rPr>
              <a:t>Ut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wisi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enim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ad minim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veniam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,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quis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nostrud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exerci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tation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ullamcorper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suscipit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lobortis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nisl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ut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aliquip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ex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ea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commodo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consequat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. Duis autem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vel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eum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iriure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dolor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in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hendrerit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in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vulputate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velit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esse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molestie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consequat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,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vel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illum dolore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eu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feugiat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nulla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facilisis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at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vero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eros et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accumsan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et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iusto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odio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dignissim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qui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blandit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praesent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luptatum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zzril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delenit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augue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duis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dolore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te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feugait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nulla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+mj-lt"/>
              </a:rPr>
              <a:t>facilisi</a:t>
            </a:r>
            <a:r>
              <a:rPr lang="en-IN" sz="1400" dirty="0">
                <a:solidFill>
                  <a:srgbClr val="414042"/>
                </a:solidFill>
                <a:latin typeface="+mj-lt"/>
              </a:rPr>
              <a:t>. 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08D0897-EAD9-529A-A2B3-DA589BCC332B}"/>
              </a:ext>
            </a:extLst>
          </p:cNvPr>
          <p:cNvSpPr txBox="1">
            <a:spLocks/>
          </p:cNvSpPr>
          <p:nvPr/>
        </p:nvSpPr>
        <p:spPr>
          <a:xfrm>
            <a:off x="3858321" y="6350706"/>
            <a:ext cx="5285679" cy="345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Font typeface="Arial" panose="020B0604020202020204" pitchFamily="34" charset="0"/>
              <a:buNone/>
            </a:pPr>
            <a:r>
              <a:rPr lang="en-IN" sz="1200" b="1" dirty="0">
                <a:solidFill>
                  <a:srgbClr val="414042"/>
                </a:solidFill>
                <a:latin typeface="Calibri Light (Headings)"/>
              </a:rPr>
              <a:t>Bharat </a:t>
            </a:r>
            <a:r>
              <a:rPr lang="en-IN" sz="1200" b="1" dirty="0" err="1">
                <a:solidFill>
                  <a:srgbClr val="414042"/>
                </a:solidFill>
                <a:latin typeface="Calibri Light (Headings)"/>
              </a:rPr>
              <a:t>Certis</a:t>
            </a:r>
            <a:r>
              <a:rPr lang="en-IN" sz="1200" b="1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200" b="1" dirty="0" err="1">
                <a:solidFill>
                  <a:srgbClr val="414042"/>
                </a:solidFill>
                <a:latin typeface="Calibri Light (Headings)"/>
              </a:rPr>
              <a:t>AgriScience</a:t>
            </a:r>
            <a:r>
              <a:rPr lang="en-IN" sz="1200" b="1" dirty="0">
                <a:solidFill>
                  <a:srgbClr val="414042"/>
                </a:solidFill>
                <a:latin typeface="Calibri Light (Headings)"/>
              </a:rPr>
              <a:t> Ltd.   |   Presentation Title   |   01 Jan 2025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D190921-5DFF-7823-EE31-5691923F1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26" y="3357676"/>
            <a:ext cx="3758283" cy="24170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9748512-C1D5-2CF7-D449-C37D7D5D4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8507" y="3357676"/>
            <a:ext cx="3710147" cy="2417012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44D9776-D01C-3678-298C-D7A911D4C525}"/>
              </a:ext>
            </a:extLst>
          </p:cNvPr>
          <p:cNvSpPr txBox="1">
            <a:spLocks/>
          </p:cNvSpPr>
          <p:nvPr/>
        </p:nvSpPr>
        <p:spPr>
          <a:xfrm>
            <a:off x="653005" y="396942"/>
            <a:ext cx="9023430" cy="409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500"/>
              </a:lnSpc>
              <a:buFont typeface="Arial" panose="020B0604020202020204" pitchFamily="34" charset="0"/>
              <a:buNone/>
            </a:pPr>
            <a:r>
              <a:rPr lang="en-IN" sz="2400" b="1" dirty="0">
                <a:solidFill>
                  <a:srgbClr val="0C4CA3"/>
                </a:solidFill>
                <a:latin typeface="Zona Pro Regular" panose="02010A03040002020004" pitchFamily="50" charset="0"/>
              </a:rPr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66097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B02C19-039E-B952-B115-5C945C54D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5059" y="1273237"/>
            <a:ext cx="3374826" cy="21704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4246FB-8B0F-92D3-32EA-720C7F7E7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6671" y="3762811"/>
            <a:ext cx="3331602" cy="217040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71A1CA9-2FBA-4DE8-E9C8-24944A3DA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269" y="1164462"/>
            <a:ext cx="5875615" cy="824976"/>
          </a:xfrm>
        </p:spPr>
        <p:txBody>
          <a:bodyPr>
            <a:normAutofit/>
          </a:bodyPr>
          <a:lstStyle/>
          <a:p>
            <a:pPr marL="0" indent="0">
              <a:lnSpc>
                <a:spcPts val="2500"/>
              </a:lnSpc>
              <a:buNone/>
            </a:pPr>
            <a:r>
              <a:rPr lang="en-IN" sz="19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Lorem ipsum </a:t>
            </a:r>
            <a:r>
              <a:rPr lang="en-IN" sz="19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dolor</a:t>
            </a:r>
            <a:r>
              <a:rPr lang="en-IN" sz="19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sit </a:t>
            </a:r>
            <a:r>
              <a:rPr lang="en-IN" sz="19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amet</a:t>
            </a:r>
            <a:r>
              <a:rPr lang="en-IN" sz="19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, </a:t>
            </a:r>
            <a:r>
              <a:rPr lang="en-IN" sz="19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consectetuer</a:t>
            </a:r>
            <a:r>
              <a:rPr lang="en-IN" sz="19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br>
              <a:rPr lang="en-IN" sz="19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</a:br>
            <a:r>
              <a:rPr lang="en-IN" sz="19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adipiscing</a:t>
            </a:r>
            <a:r>
              <a:rPr lang="en-IN" sz="19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en-IN" sz="19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elit</a:t>
            </a:r>
            <a:r>
              <a:rPr lang="en-IN" sz="19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, </a:t>
            </a:r>
            <a:r>
              <a:rPr lang="en-IN" sz="19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sed</a:t>
            </a:r>
            <a:r>
              <a:rPr lang="en-IN" sz="19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en-IN" sz="19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diam</a:t>
            </a:r>
            <a:r>
              <a:rPr lang="en-IN" sz="19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en-IN" sz="19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nonummy</a:t>
            </a:r>
            <a:r>
              <a:rPr lang="en-IN" sz="19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3A44839-6F37-2D38-C2EC-E2826C287B4A}"/>
              </a:ext>
            </a:extLst>
          </p:cNvPr>
          <p:cNvSpPr txBox="1">
            <a:spLocks/>
          </p:cNvSpPr>
          <p:nvPr/>
        </p:nvSpPr>
        <p:spPr>
          <a:xfrm>
            <a:off x="4330269" y="2005201"/>
            <a:ext cx="5954273" cy="1510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Font typeface="Arial" panose="020B0604020202020204" pitchFamily="34" charset="0"/>
              <a:buNone/>
            </a:pP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Ut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wisi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enim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ad minim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veniam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,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quis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nostrud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exerci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tation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ullamcorper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suscipit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lobortis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nisl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ut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aliquip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ex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ea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commodo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consequat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. Duis autem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vel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eum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iriure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dolor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in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hendrerit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in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vulputate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velit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esse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molestie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consequat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,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vel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illum dolore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eu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feugiat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nulla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facilisis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at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vero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eros et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accumsan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et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iusto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odio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dignissim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qui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blandit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praesent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luptatum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zzril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delenit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augue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duis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dolore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te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feugait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nulla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facilisi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.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2618665-ED65-F377-CC20-C7122533D32F}"/>
              </a:ext>
            </a:extLst>
          </p:cNvPr>
          <p:cNvSpPr txBox="1">
            <a:spLocks/>
          </p:cNvSpPr>
          <p:nvPr/>
        </p:nvSpPr>
        <p:spPr>
          <a:xfrm>
            <a:off x="4330269" y="3658953"/>
            <a:ext cx="5875615" cy="824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500"/>
              </a:lnSpc>
              <a:buFont typeface="Arial" panose="020B0604020202020204" pitchFamily="34" charset="0"/>
              <a:buNone/>
            </a:pPr>
            <a:r>
              <a:rPr lang="en-IN" sz="19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Lorem ipsum </a:t>
            </a:r>
            <a:r>
              <a:rPr lang="en-IN" sz="19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dolor</a:t>
            </a:r>
            <a:r>
              <a:rPr lang="en-IN" sz="19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sit </a:t>
            </a:r>
            <a:r>
              <a:rPr lang="en-IN" sz="19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amet</a:t>
            </a:r>
            <a:r>
              <a:rPr lang="en-IN" sz="19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, </a:t>
            </a:r>
            <a:r>
              <a:rPr lang="en-IN" sz="19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consectetuer</a:t>
            </a:r>
            <a:r>
              <a:rPr lang="en-IN" sz="19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br>
              <a:rPr lang="en-IN" sz="19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</a:br>
            <a:r>
              <a:rPr lang="en-IN" sz="19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adipiscing</a:t>
            </a:r>
            <a:r>
              <a:rPr lang="en-IN" sz="19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en-IN" sz="19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elit</a:t>
            </a:r>
            <a:r>
              <a:rPr lang="en-IN" sz="19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, </a:t>
            </a:r>
            <a:r>
              <a:rPr lang="en-IN" sz="19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sed</a:t>
            </a:r>
            <a:r>
              <a:rPr lang="en-IN" sz="19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en-IN" sz="19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diam</a:t>
            </a:r>
            <a:r>
              <a:rPr lang="en-IN" sz="19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en-IN" sz="1900" b="1" dirty="0" err="1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nonummy</a:t>
            </a:r>
            <a:r>
              <a:rPr lang="en-IN" sz="1900" b="1" dirty="0">
                <a:solidFill>
                  <a:srgbClr val="41404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.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0CE9B9-369C-C26F-73EA-92B682A58BB0}"/>
              </a:ext>
            </a:extLst>
          </p:cNvPr>
          <p:cNvSpPr txBox="1">
            <a:spLocks/>
          </p:cNvSpPr>
          <p:nvPr/>
        </p:nvSpPr>
        <p:spPr>
          <a:xfrm>
            <a:off x="4330269" y="4521835"/>
            <a:ext cx="5954273" cy="1939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Font typeface="Arial" panose="020B0604020202020204" pitchFamily="34" charset="0"/>
              <a:buNone/>
            </a:pP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Ut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wisi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enim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ad minim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veniam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,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quis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nostrud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exerci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tation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ullamcorper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suscipit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lobortis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nisl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ut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aliquip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ex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ea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commodo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consequat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. Duis autem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vel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eum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iriure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dolor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in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hendrerit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in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vulputate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velit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esse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molestie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consequat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,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vel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illum dolore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eu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feugiat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nulla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facilisis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at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vero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eros et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accumsan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et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iusto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odio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dignissim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qui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blandit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praesent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luptatum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zzril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delenit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augue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duis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dolore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te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feugait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nulla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facilisi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.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DE12B90-284D-A217-BCC0-59C9EF84DA77}"/>
              </a:ext>
            </a:extLst>
          </p:cNvPr>
          <p:cNvSpPr txBox="1">
            <a:spLocks/>
          </p:cNvSpPr>
          <p:nvPr/>
        </p:nvSpPr>
        <p:spPr>
          <a:xfrm>
            <a:off x="653005" y="396942"/>
            <a:ext cx="9023430" cy="409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500"/>
              </a:lnSpc>
              <a:buFont typeface="Arial" panose="020B0604020202020204" pitchFamily="34" charset="0"/>
              <a:buNone/>
            </a:pPr>
            <a:r>
              <a:rPr lang="en-IN" sz="2400" b="1" dirty="0">
                <a:solidFill>
                  <a:srgbClr val="0C4CA3"/>
                </a:solidFill>
                <a:latin typeface="Zona Pro Regular" panose="02010A03040002020004" pitchFamily="50" charset="0"/>
              </a:rPr>
              <a:t>Slide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61E2DF1-E016-29CC-A17F-4FF400910EBA}"/>
              </a:ext>
            </a:extLst>
          </p:cNvPr>
          <p:cNvSpPr txBox="1">
            <a:spLocks/>
          </p:cNvSpPr>
          <p:nvPr/>
        </p:nvSpPr>
        <p:spPr>
          <a:xfrm>
            <a:off x="3858321" y="6350706"/>
            <a:ext cx="5285679" cy="345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Font typeface="Arial" panose="020B0604020202020204" pitchFamily="34" charset="0"/>
              <a:buNone/>
            </a:pPr>
            <a:r>
              <a:rPr lang="en-IN" sz="1200" b="1" dirty="0">
                <a:solidFill>
                  <a:srgbClr val="414042"/>
                </a:solidFill>
                <a:latin typeface="Calibri Light (Headings)"/>
              </a:rPr>
              <a:t>Bharat </a:t>
            </a:r>
            <a:r>
              <a:rPr lang="en-IN" sz="1200" b="1" dirty="0" err="1">
                <a:solidFill>
                  <a:srgbClr val="414042"/>
                </a:solidFill>
                <a:latin typeface="Calibri Light (Headings)"/>
              </a:rPr>
              <a:t>Certis</a:t>
            </a:r>
            <a:r>
              <a:rPr lang="en-IN" sz="1200" b="1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200" b="1" dirty="0" err="1">
                <a:solidFill>
                  <a:srgbClr val="414042"/>
                </a:solidFill>
                <a:latin typeface="Calibri Light (Headings)"/>
              </a:rPr>
              <a:t>AgriScience</a:t>
            </a:r>
            <a:r>
              <a:rPr lang="en-IN" sz="1200" b="1" dirty="0">
                <a:solidFill>
                  <a:srgbClr val="414042"/>
                </a:solidFill>
                <a:latin typeface="Calibri Light (Headings)"/>
              </a:rPr>
              <a:t> Ltd.   |   Presentation Title   |   01 Jan 2025 </a:t>
            </a:r>
          </a:p>
        </p:txBody>
      </p:sp>
    </p:spTree>
    <p:extLst>
      <p:ext uri="{BB962C8B-B14F-4D97-AF65-F5344CB8AC3E}">
        <p14:creationId xmlns:p14="http://schemas.microsoft.com/office/powerpoint/2010/main" val="1488530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AF062AB-1975-08AE-3EF6-D4B5962C2AC0}"/>
              </a:ext>
            </a:extLst>
          </p:cNvPr>
          <p:cNvSpPr txBox="1">
            <a:spLocks/>
          </p:cNvSpPr>
          <p:nvPr/>
        </p:nvSpPr>
        <p:spPr>
          <a:xfrm>
            <a:off x="653005" y="396942"/>
            <a:ext cx="9023430" cy="409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500"/>
              </a:lnSpc>
              <a:buFont typeface="Arial" panose="020B0604020202020204" pitchFamily="34" charset="0"/>
              <a:buNone/>
            </a:pPr>
            <a:r>
              <a:rPr lang="en-IN" sz="2400" b="1" dirty="0">
                <a:solidFill>
                  <a:srgbClr val="0C4CA3"/>
                </a:solidFill>
                <a:latin typeface="Zona Pro Regular" panose="02010A03040002020004" pitchFamily="50" charset="0"/>
              </a:rPr>
              <a:t>Slide 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F89F4A-9997-1265-73A1-26D355CEE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48" y="1293425"/>
            <a:ext cx="6346111" cy="4684105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DDC2ADD-7456-2605-4A92-3CDC6C5F2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0283" y="1203187"/>
            <a:ext cx="3802952" cy="1422026"/>
          </a:xfrm>
        </p:spPr>
        <p:txBody>
          <a:bodyPr>
            <a:normAutofit/>
          </a:bodyPr>
          <a:lstStyle/>
          <a:p>
            <a:pPr marL="0" indent="0">
              <a:lnSpc>
                <a:spcPts val="2500"/>
              </a:lnSpc>
              <a:buNone/>
            </a:pPr>
            <a:r>
              <a:rPr lang="en-IN" sz="1900" b="1" dirty="0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Lorem ipsum </a:t>
            </a:r>
            <a:r>
              <a:rPr lang="en-IN" sz="1900" b="1" dirty="0" err="1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dolor</a:t>
            </a:r>
            <a:r>
              <a:rPr lang="en-IN" sz="1900" b="1" dirty="0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sit </a:t>
            </a:r>
            <a:r>
              <a:rPr lang="en-IN" sz="1900" b="1" dirty="0" err="1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amet</a:t>
            </a:r>
            <a:r>
              <a:rPr lang="en-IN" sz="1900" b="1" dirty="0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, </a:t>
            </a:r>
            <a:r>
              <a:rPr lang="en-IN" sz="1900" b="1" dirty="0" err="1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consectetuer</a:t>
            </a:r>
            <a:r>
              <a:rPr lang="en-IN" sz="1900" b="1" dirty="0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en-IN" sz="1900" b="1" dirty="0" err="1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adipiscing</a:t>
            </a:r>
            <a:r>
              <a:rPr lang="en-IN" sz="1900" b="1" dirty="0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en-IN" sz="1900" b="1" dirty="0" err="1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elit</a:t>
            </a:r>
            <a:r>
              <a:rPr lang="en-IN" sz="1900" b="1" dirty="0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, </a:t>
            </a:r>
            <a:r>
              <a:rPr lang="en-IN" sz="1900" b="1" dirty="0" err="1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sed</a:t>
            </a:r>
            <a:r>
              <a:rPr lang="en-IN" sz="1900" b="1" dirty="0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en-IN" sz="1900" b="1" dirty="0" err="1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diam</a:t>
            </a:r>
            <a:r>
              <a:rPr lang="en-IN" sz="1900" b="1" dirty="0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en-IN" sz="1900" b="1" dirty="0" err="1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nonummy</a:t>
            </a:r>
            <a:r>
              <a:rPr lang="en-IN" sz="1900" b="1" dirty="0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en-IN" sz="1900" b="1" dirty="0" err="1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nibh</a:t>
            </a:r>
            <a:r>
              <a:rPr lang="en-IN" sz="1900" b="1" dirty="0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A43B37C-6A74-B412-1FA1-7ECEE7F32DA1}"/>
              </a:ext>
            </a:extLst>
          </p:cNvPr>
          <p:cNvSpPr txBox="1">
            <a:spLocks/>
          </p:cNvSpPr>
          <p:nvPr/>
        </p:nvSpPr>
        <p:spPr>
          <a:xfrm>
            <a:off x="7260283" y="2308662"/>
            <a:ext cx="3521597" cy="2830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Font typeface="Arial" panose="020B0604020202020204" pitchFamily="34" charset="0"/>
              <a:buNone/>
            </a:pP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Ut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wisi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enim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ad minim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veniam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,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quis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nostrud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exerci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tation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ullamcorper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suscipit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lobortis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nisl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ut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aliquip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ex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ea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commodo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consequat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. Duis autem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vel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eum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iriure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dolor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in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hendrerit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in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vulputate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velit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esse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molestie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consequat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,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vel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illum dolore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eu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feugiat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nulla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facilisis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at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vero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eros et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accumsan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et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iusto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odio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dignissim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qui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blandit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praesent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luptatum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zzril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delenit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augue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duis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dolore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te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feugait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nulla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facilisi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.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FA1AD52-25C9-E499-7CE3-DE983976F067}"/>
              </a:ext>
            </a:extLst>
          </p:cNvPr>
          <p:cNvSpPr txBox="1">
            <a:spLocks/>
          </p:cNvSpPr>
          <p:nvPr/>
        </p:nvSpPr>
        <p:spPr>
          <a:xfrm>
            <a:off x="3858321" y="6350706"/>
            <a:ext cx="5285679" cy="345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Font typeface="Arial" panose="020B0604020202020204" pitchFamily="34" charset="0"/>
              <a:buNone/>
            </a:pPr>
            <a:r>
              <a:rPr lang="en-IN" sz="1200" b="1" dirty="0">
                <a:solidFill>
                  <a:srgbClr val="414042"/>
                </a:solidFill>
                <a:latin typeface="Calibri Light (Headings)"/>
              </a:rPr>
              <a:t>Bharat </a:t>
            </a:r>
            <a:r>
              <a:rPr lang="en-IN" sz="1200" b="1" dirty="0" err="1">
                <a:solidFill>
                  <a:srgbClr val="414042"/>
                </a:solidFill>
                <a:latin typeface="Calibri Light (Headings)"/>
              </a:rPr>
              <a:t>Certis</a:t>
            </a:r>
            <a:r>
              <a:rPr lang="en-IN" sz="1200" b="1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200" b="1" dirty="0" err="1">
                <a:solidFill>
                  <a:srgbClr val="414042"/>
                </a:solidFill>
                <a:latin typeface="Calibri Light (Headings)"/>
              </a:rPr>
              <a:t>AgriScience</a:t>
            </a:r>
            <a:r>
              <a:rPr lang="en-IN" sz="1200" b="1" dirty="0">
                <a:solidFill>
                  <a:srgbClr val="414042"/>
                </a:solidFill>
                <a:latin typeface="Calibri Light (Headings)"/>
              </a:rPr>
              <a:t> Ltd.   |   Presentation Title   |   01 Jan 2025 </a:t>
            </a:r>
          </a:p>
        </p:txBody>
      </p:sp>
    </p:spTree>
    <p:extLst>
      <p:ext uri="{BB962C8B-B14F-4D97-AF65-F5344CB8AC3E}">
        <p14:creationId xmlns:p14="http://schemas.microsoft.com/office/powerpoint/2010/main" val="72062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273C6-70E1-744F-CD1B-EBBDB65E9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7820D4B-42C6-79E4-C355-901BF3A5310B}"/>
              </a:ext>
            </a:extLst>
          </p:cNvPr>
          <p:cNvSpPr txBox="1">
            <a:spLocks/>
          </p:cNvSpPr>
          <p:nvPr/>
        </p:nvSpPr>
        <p:spPr>
          <a:xfrm>
            <a:off x="1612309" y="2870517"/>
            <a:ext cx="6325889" cy="5584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000" dirty="0">
                <a:solidFill>
                  <a:schemeClr val="bg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Slide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BE39B3E-A771-26A5-6C8B-3AC25A739DE3}"/>
              </a:ext>
            </a:extLst>
          </p:cNvPr>
          <p:cNvSpPr txBox="1">
            <a:spLocks/>
          </p:cNvSpPr>
          <p:nvPr/>
        </p:nvSpPr>
        <p:spPr>
          <a:xfrm>
            <a:off x="3858321" y="6350706"/>
            <a:ext cx="5285679" cy="345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Font typeface="Arial" panose="020B0604020202020204" pitchFamily="34" charset="0"/>
              <a:buNone/>
            </a:pPr>
            <a:r>
              <a:rPr lang="en-IN" sz="1200" b="1" dirty="0">
                <a:solidFill>
                  <a:schemeClr val="bg1"/>
                </a:solidFill>
                <a:latin typeface="Calibri Light (Headings)"/>
              </a:rPr>
              <a:t>Bharat </a:t>
            </a:r>
            <a:r>
              <a:rPr lang="en-IN" sz="1200" b="1" dirty="0" err="1">
                <a:solidFill>
                  <a:schemeClr val="bg1"/>
                </a:solidFill>
                <a:latin typeface="Calibri Light (Headings)"/>
              </a:rPr>
              <a:t>Certis</a:t>
            </a:r>
            <a:r>
              <a:rPr lang="en-IN" sz="1200" b="1" dirty="0">
                <a:solidFill>
                  <a:schemeClr val="bg1"/>
                </a:solidFill>
                <a:latin typeface="Calibri Light (Headings)"/>
              </a:rPr>
              <a:t> </a:t>
            </a:r>
            <a:r>
              <a:rPr lang="en-IN" sz="1200" b="1" dirty="0" err="1">
                <a:solidFill>
                  <a:schemeClr val="bg1"/>
                </a:solidFill>
                <a:latin typeface="Calibri Light (Headings)"/>
              </a:rPr>
              <a:t>AgriScience</a:t>
            </a:r>
            <a:r>
              <a:rPr lang="en-IN" sz="1200" b="1" dirty="0">
                <a:solidFill>
                  <a:schemeClr val="bg1"/>
                </a:solidFill>
                <a:latin typeface="Calibri Light (Headings)"/>
              </a:rPr>
              <a:t> Ltd.   |   Presentation Title   |   01 Jan 2025 </a:t>
            </a:r>
          </a:p>
        </p:txBody>
      </p:sp>
    </p:spTree>
    <p:extLst>
      <p:ext uri="{BB962C8B-B14F-4D97-AF65-F5344CB8AC3E}">
        <p14:creationId xmlns:p14="http://schemas.microsoft.com/office/powerpoint/2010/main" val="872049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9AA75-AC79-0486-7D58-77344AF59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244EC9B-A862-4247-86B0-A4A0D4EA7986}"/>
              </a:ext>
            </a:extLst>
          </p:cNvPr>
          <p:cNvSpPr txBox="1">
            <a:spLocks/>
          </p:cNvSpPr>
          <p:nvPr/>
        </p:nvSpPr>
        <p:spPr>
          <a:xfrm>
            <a:off x="653005" y="396942"/>
            <a:ext cx="9023430" cy="409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500"/>
              </a:lnSpc>
              <a:buFont typeface="Arial" panose="020B0604020202020204" pitchFamily="34" charset="0"/>
              <a:buNone/>
            </a:pPr>
            <a:r>
              <a:rPr lang="en-IN" sz="2400" b="1" dirty="0">
                <a:solidFill>
                  <a:srgbClr val="0C4CA3"/>
                </a:solidFill>
                <a:latin typeface="Zona Pro Regular" panose="02010A03040002020004" pitchFamily="50" charset="0"/>
              </a:rPr>
              <a:t>Slide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FEA4B34-4FA2-D5BC-ABCD-D47210CD8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005" y="1236335"/>
            <a:ext cx="2925937" cy="711013"/>
          </a:xfrm>
        </p:spPr>
        <p:txBody>
          <a:bodyPr>
            <a:normAutofit/>
          </a:bodyPr>
          <a:lstStyle/>
          <a:p>
            <a:pPr marL="0" indent="0">
              <a:lnSpc>
                <a:spcPts val="2200"/>
              </a:lnSpc>
              <a:buNone/>
            </a:pPr>
            <a:r>
              <a:rPr lang="en-IN" sz="1800" b="1" dirty="0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Lorem ipsum </a:t>
            </a:r>
            <a:r>
              <a:rPr lang="en-IN" sz="1800" b="1" dirty="0" err="1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dolor</a:t>
            </a:r>
            <a:r>
              <a:rPr lang="en-IN" sz="1800" b="1" dirty="0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sit </a:t>
            </a:r>
            <a:r>
              <a:rPr lang="en-IN" sz="1800" b="1" dirty="0" err="1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amet</a:t>
            </a:r>
            <a:r>
              <a:rPr lang="en-IN" sz="1800" b="1" dirty="0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, </a:t>
            </a:r>
            <a:r>
              <a:rPr lang="en-IN" sz="1800" b="1" dirty="0" err="1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consectetuer</a:t>
            </a:r>
            <a:r>
              <a:rPr lang="en-IN" sz="1800" b="1" dirty="0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7467F7E-0ADD-2033-D387-F8E335FE3572}"/>
              </a:ext>
            </a:extLst>
          </p:cNvPr>
          <p:cNvSpPr txBox="1">
            <a:spLocks/>
          </p:cNvSpPr>
          <p:nvPr/>
        </p:nvSpPr>
        <p:spPr>
          <a:xfrm>
            <a:off x="653005" y="1906465"/>
            <a:ext cx="4036982" cy="1753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Font typeface="Arial" panose="020B0604020202020204" pitchFamily="34" charset="0"/>
              <a:buNone/>
            </a:pP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Ut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wisi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enim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ad minim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veniam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,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quis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nostrud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exerci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tation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ullamcorper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suscipit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lobortis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nisl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ut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aliquip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ex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ea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commodo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consequat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. Duis autem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vel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eum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iriure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dolor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in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hendrerit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in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vulputate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velit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esse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molestie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consequat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,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vel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illum dolore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eu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feugiat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nulla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facilisis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at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vero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eros et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accumsan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et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iusto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odio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dignissim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DB99330-DFCD-2552-52B2-7F8149D13C76}"/>
              </a:ext>
            </a:extLst>
          </p:cNvPr>
          <p:cNvSpPr txBox="1">
            <a:spLocks/>
          </p:cNvSpPr>
          <p:nvPr/>
        </p:nvSpPr>
        <p:spPr>
          <a:xfrm>
            <a:off x="3858321" y="6350706"/>
            <a:ext cx="5285679" cy="345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Font typeface="Arial" panose="020B0604020202020204" pitchFamily="34" charset="0"/>
              <a:buNone/>
            </a:pPr>
            <a:r>
              <a:rPr lang="en-IN" sz="1200" b="1" dirty="0">
                <a:solidFill>
                  <a:srgbClr val="414042"/>
                </a:solidFill>
                <a:latin typeface="Calibri Light (Headings)"/>
              </a:rPr>
              <a:t>Bharat </a:t>
            </a:r>
            <a:r>
              <a:rPr lang="en-IN" sz="1200" b="1" dirty="0" err="1">
                <a:solidFill>
                  <a:srgbClr val="414042"/>
                </a:solidFill>
                <a:latin typeface="Calibri Light (Headings)"/>
              </a:rPr>
              <a:t>Certis</a:t>
            </a:r>
            <a:r>
              <a:rPr lang="en-IN" sz="1200" b="1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200" b="1" dirty="0" err="1">
                <a:solidFill>
                  <a:srgbClr val="414042"/>
                </a:solidFill>
                <a:latin typeface="Calibri Light (Headings)"/>
              </a:rPr>
              <a:t>AgriScience</a:t>
            </a:r>
            <a:r>
              <a:rPr lang="en-IN" sz="1200" b="1" dirty="0">
                <a:solidFill>
                  <a:srgbClr val="414042"/>
                </a:solidFill>
                <a:latin typeface="Calibri Light (Headings)"/>
              </a:rPr>
              <a:t> Ltd.   |   Presentation Title   |   01 Jan 2025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A7CA55-089D-1B1D-CCDB-987C7494694C}"/>
              </a:ext>
            </a:extLst>
          </p:cNvPr>
          <p:cNvSpPr txBox="1">
            <a:spLocks/>
          </p:cNvSpPr>
          <p:nvPr/>
        </p:nvSpPr>
        <p:spPr>
          <a:xfrm>
            <a:off x="653005" y="3832850"/>
            <a:ext cx="2925937" cy="711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0"/>
              </a:lnSpc>
              <a:buFont typeface="Arial" panose="020B0604020202020204" pitchFamily="34" charset="0"/>
              <a:buNone/>
            </a:pPr>
            <a:r>
              <a:rPr lang="en-IN" sz="1800" b="1" dirty="0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Lorem ipsum </a:t>
            </a:r>
            <a:r>
              <a:rPr lang="en-IN" sz="1800" b="1" dirty="0" err="1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dolor</a:t>
            </a:r>
            <a:r>
              <a:rPr lang="en-IN" sz="1800" b="1" dirty="0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sit </a:t>
            </a:r>
            <a:r>
              <a:rPr lang="en-IN" sz="1800" b="1" dirty="0" err="1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amet</a:t>
            </a:r>
            <a:r>
              <a:rPr lang="en-IN" sz="1800" b="1" dirty="0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, </a:t>
            </a:r>
            <a:r>
              <a:rPr lang="en-IN" sz="1800" b="1" dirty="0" err="1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consectetuer</a:t>
            </a:r>
            <a:r>
              <a:rPr lang="en-IN" sz="1800" b="1" dirty="0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E471871-318B-B50E-F003-E21489C7AE20}"/>
              </a:ext>
            </a:extLst>
          </p:cNvPr>
          <p:cNvSpPr txBox="1">
            <a:spLocks/>
          </p:cNvSpPr>
          <p:nvPr/>
        </p:nvSpPr>
        <p:spPr>
          <a:xfrm>
            <a:off x="653005" y="4463650"/>
            <a:ext cx="4036982" cy="1753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Font typeface="Arial" panose="020B0604020202020204" pitchFamily="34" charset="0"/>
              <a:buNone/>
            </a:pP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Ut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wisi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enim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ad minim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veniam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,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quis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nostrud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exerci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tation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ullamcorper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suscipit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lobortis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nisl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ut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aliquip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ex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ea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commodo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consequat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. Duis autem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vel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eum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iriure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dolor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in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hendrerit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in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vulputate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velit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esse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molestie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consequat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,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vel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illum dolore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eu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feugiat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nulla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facilisis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at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vero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eros et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accumsan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et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iusto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odio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  <a:r>
              <a:rPr lang="en-IN" sz="1400" dirty="0" err="1">
                <a:solidFill>
                  <a:srgbClr val="414042"/>
                </a:solidFill>
                <a:latin typeface="Calibri Light (Headings)"/>
              </a:rPr>
              <a:t>dignissim</a:t>
            </a:r>
            <a:r>
              <a:rPr lang="en-IN" sz="1400" dirty="0">
                <a:solidFill>
                  <a:srgbClr val="414042"/>
                </a:solidFill>
                <a:latin typeface="Calibri Light (Headings)"/>
              </a:rPr>
              <a:t>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E8DB7BB-B2BE-04E9-8A32-86645EDFD2D6}"/>
              </a:ext>
            </a:extLst>
          </p:cNvPr>
          <p:cNvSpPr txBox="1">
            <a:spLocks/>
          </p:cNvSpPr>
          <p:nvPr/>
        </p:nvSpPr>
        <p:spPr>
          <a:xfrm>
            <a:off x="5333160" y="1236335"/>
            <a:ext cx="4784234" cy="711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0"/>
              </a:lnSpc>
              <a:buFont typeface="Arial" panose="020B0604020202020204" pitchFamily="34" charset="0"/>
              <a:buNone/>
            </a:pPr>
            <a:r>
              <a:rPr lang="en-IN" sz="1800" b="1" dirty="0">
                <a:solidFill>
                  <a:srgbClr val="0C4CA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Lorem ipsum dummy text tagline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CDB22AA-17BD-AC2F-CE7A-227ED03AE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720" y="1947348"/>
            <a:ext cx="6374275" cy="364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747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08F8E9-1416-BBE0-8C17-36ADE65320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DF80064-26AB-F202-9047-671C4EE65721}"/>
              </a:ext>
            </a:extLst>
          </p:cNvPr>
          <p:cNvSpPr txBox="1">
            <a:spLocks/>
          </p:cNvSpPr>
          <p:nvPr/>
        </p:nvSpPr>
        <p:spPr>
          <a:xfrm>
            <a:off x="1596903" y="4694852"/>
            <a:ext cx="2925937" cy="711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200"/>
              </a:lnSpc>
            </a:pPr>
            <a:r>
              <a:rPr lang="en-IN" sz="2000" dirty="0">
                <a:solidFill>
                  <a:schemeClr val="bg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bharatcertis.com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EBFE04-DC31-6B0F-2FE5-68B20A459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735" y="1068936"/>
            <a:ext cx="2143462" cy="150415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420A768-326B-F254-68D1-0E985A00499C}"/>
              </a:ext>
            </a:extLst>
          </p:cNvPr>
          <p:cNvSpPr txBox="1">
            <a:spLocks/>
          </p:cNvSpPr>
          <p:nvPr/>
        </p:nvSpPr>
        <p:spPr>
          <a:xfrm>
            <a:off x="1606735" y="6350706"/>
            <a:ext cx="5285679" cy="345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Font typeface="Arial" panose="020B0604020202020204" pitchFamily="34" charset="0"/>
              <a:buNone/>
            </a:pPr>
            <a:r>
              <a:rPr lang="en-IN" sz="1200" b="1" dirty="0">
                <a:solidFill>
                  <a:schemeClr val="bg1"/>
                </a:solidFill>
                <a:latin typeface="Calibri Light (Headings)"/>
              </a:rPr>
              <a:t>Bharat </a:t>
            </a:r>
            <a:r>
              <a:rPr lang="en-IN" sz="1200" b="1" dirty="0" err="1">
                <a:solidFill>
                  <a:schemeClr val="bg1"/>
                </a:solidFill>
                <a:latin typeface="Calibri Light (Headings)"/>
              </a:rPr>
              <a:t>Certis</a:t>
            </a:r>
            <a:r>
              <a:rPr lang="en-IN" sz="1200" b="1" dirty="0">
                <a:solidFill>
                  <a:schemeClr val="bg1"/>
                </a:solidFill>
                <a:latin typeface="Calibri Light (Headings)"/>
              </a:rPr>
              <a:t> </a:t>
            </a:r>
            <a:r>
              <a:rPr lang="en-IN" sz="1200" b="1" dirty="0" err="1">
                <a:solidFill>
                  <a:schemeClr val="bg1"/>
                </a:solidFill>
                <a:latin typeface="Calibri Light (Headings)"/>
              </a:rPr>
              <a:t>AgriScience</a:t>
            </a:r>
            <a:r>
              <a:rPr lang="en-IN" sz="1200" b="1" dirty="0">
                <a:solidFill>
                  <a:schemeClr val="bg1"/>
                </a:solidFill>
                <a:latin typeface="Calibri Light (Headings)"/>
              </a:rPr>
              <a:t> Ltd.   |   Presentation Title   |   01 Jan 2025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D3202CD-C714-0903-2D49-3F6EFD477F0A}"/>
              </a:ext>
            </a:extLst>
          </p:cNvPr>
          <p:cNvSpPr txBox="1">
            <a:spLocks/>
          </p:cNvSpPr>
          <p:nvPr/>
        </p:nvSpPr>
        <p:spPr>
          <a:xfrm>
            <a:off x="1596903" y="2940966"/>
            <a:ext cx="4036982" cy="1753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Font typeface="Arial" panose="020B0604020202020204" pitchFamily="34" charset="0"/>
              <a:buNone/>
            </a:pPr>
            <a:r>
              <a:rPr lang="en-US" sz="1500" dirty="0">
                <a:solidFill>
                  <a:schemeClr val="bg1"/>
                </a:solidFill>
                <a:latin typeface="Calibri Light (Headings)"/>
              </a:rPr>
              <a:t>Office Unit 301, 3rd Floor, </a:t>
            </a:r>
            <a:r>
              <a:rPr lang="en-US" sz="1500" dirty="0" err="1">
                <a:solidFill>
                  <a:schemeClr val="bg1"/>
                </a:solidFill>
                <a:latin typeface="Calibri Light (Headings)"/>
              </a:rPr>
              <a:t>Worldmark</a:t>
            </a:r>
            <a:r>
              <a:rPr lang="en-US" sz="1500" dirty="0">
                <a:solidFill>
                  <a:schemeClr val="bg1"/>
                </a:solidFill>
                <a:latin typeface="Calibri Light (Headings)"/>
              </a:rPr>
              <a:t> 3, </a:t>
            </a:r>
            <a:br>
              <a:rPr lang="en-US" sz="1500" dirty="0">
                <a:solidFill>
                  <a:schemeClr val="bg1"/>
                </a:solidFill>
                <a:latin typeface="Calibri Light (Headings)"/>
              </a:rPr>
            </a:br>
            <a:r>
              <a:rPr lang="en-US" sz="1500" dirty="0">
                <a:solidFill>
                  <a:schemeClr val="bg1"/>
                </a:solidFill>
                <a:latin typeface="Calibri Light (Headings)"/>
              </a:rPr>
              <a:t>Asset No. 7, Hospitality District, </a:t>
            </a:r>
            <a:r>
              <a:rPr lang="en-US" sz="1500" dirty="0" err="1">
                <a:solidFill>
                  <a:schemeClr val="bg1"/>
                </a:solidFill>
                <a:latin typeface="Calibri Light (Headings)"/>
              </a:rPr>
              <a:t>Aerocity</a:t>
            </a:r>
            <a:r>
              <a:rPr lang="en-US" sz="1500" dirty="0">
                <a:solidFill>
                  <a:schemeClr val="bg1"/>
                </a:solidFill>
                <a:latin typeface="Calibri Light (Headings)"/>
              </a:rPr>
              <a:t>,</a:t>
            </a:r>
            <a:br>
              <a:rPr lang="en-US" sz="1500" dirty="0">
                <a:solidFill>
                  <a:schemeClr val="bg1"/>
                </a:solidFill>
                <a:latin typeface="Calibri Light (Headings)"/>
              </a:rPr>
            </a:br>
            <a:r>
              <a:rPr lang="en-US" sz="1500" dirty="0">
                <a:solidFill>
                  <a:schemeClr val="bg1"/>
                </a:solidFill>
                <a:latin typeface="Calibri Light (Headings)"/>
              </a:rPr>
              <a:t>NH- 8, New Delhi- 110037</a:t>
            </a:r>
          </a:p>
          <a:p>
            <a:pPr marL="0" indent="0">
              <a:lnSpc>
                <a:spcPts val="2100"/>
              </a:lnSpc>
              <a:buFont typeface="Arial" panose="020B0604020202020204" pitchFamily="34" charset="0"/>
              <a:buNone/>
            </a:pPr>
            <a:r>
              <a:rPr lang="en-US" sz="1500" dirty="0">
                <a:solidFill>
                  <a:schemeClr val="bg1"/>
                </a:solidFill>
                <a:latin typeface="Calibri Light (Headings)"/>
              </a:rPr>
              <a:t>       +91 11 4262 100 (30 lines)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FA448DF-9E84-CF74-5002-73EA50BA88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422" y="3936536"/>
            <a:ext cx="265838" cy="24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057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591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</vt:i4>
      </vt:variant>
    </vt:vector>
  </HeadingPairs>
  <TitlesOfParts>
    <vt:vector size="21" baseType="lpstr">
      <vt:lpstr>Arial</vt:lpstr>
      <vt:lpstr>Calibri</vt:lpstr>
      <vt:lpstr>Calibri bold</vt:lpstr>
      <vt:lpstr>Calibri Light</vt:lpstr>
      <vt:lpstr>Calibri Light (Headings)</vt:lpstr>
      <vt:lpstr>Zona Pro Bold</vt:lpstr>
      <vt:lpstr>Zona Pro Regular</vt:lpstr>
      <vt:lpstr>Office Theme</vt:lpstr>
      <vt:lpstr>4_Custom Design</vt:lpstr>
      <vt:lpstr>3_Custom Design</vt:lpstr>
      <vt:lpstr>5_Custom Design</vt:lpstr>
      <vt:lpstr>2_Custom Design</vt:lpstr>
      <vt:lpstr>1_Custom Design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Vasudev Kalsulkar</dc:creator>
  <cp:lastModifiedBy>Vasudev Kalsulkar</cp:lastModifiedBy>
  <cp:revision>10</cp:revision>
  <dcterms:created xsi:type="dcterms:W3CDTF">2024-12-16T08:01:59Z</dcterms:created>
  <dcterms:modified xsi:type="dcterms:W3CDTF">2024-12-17T10:02:44Z</dcterms:modified>
</cp:coreProperties>
</file>